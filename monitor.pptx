
<file path=[Content_Types].xml><?xml version="1.0" encoding="utf-8"?>
<Types xmlns="http://schemas.openxmlformats.org/package/2006/content-types">
  <Default Extension="png" ContentType="image/png"/>
  <Default Extension="webp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7" r:id="rId1"/>
  </p:sld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DF7EDFBF-3AD1-4F6D-8AA8-F97B12AFCE9C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88218EDB-C2E3-4639-9FD3-E7480115C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61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EDFBF-3AD1-4F6D-8AA8-F97B12AFCE9C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18EDB-C2E3-4639-9FD3-E7480115C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01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F7EDFBF-3AD1-4F6D-8AA8-F97B12AFCE9C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8218EDB-C2E3-4639-9FD3-E7480115C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044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EDFBF-3AD1-4F6D-8AA8-F97B12AFCE9C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18EDB-C2E3-4639-9FD3-E7480115C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712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EDFBF-3AD1-4F6D-8AA8-F97B12AFCE9C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18EDB-C2E3-4639-9FD3-E7480115C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281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EDFBF-3AD1-4F6D-8AA8-F97B12AFCE9C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18EDB-C2E3-4639-9FD3-E7480115C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612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EDFBF-3AD1-4F6D-8AA8-F97B12AFCE9C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18EDB-C2E3-4639-9FD3-E7480115C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864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EDFBF-3AD1-4F6D-8AA8-F97B12AFCE9C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18EDB-C2E3-4639-9FD3-E7480115C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8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EDFBF-3AD1-4F6D-8AA8-F97B12AFCE9C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18EDB-C2E3-4639-9FD3-E7480115C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729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EDFBF-3AD1-4F6D-8AA8-F97B12AFCE9C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18EDB-C2E3-4639-9FD3-E7480115C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589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F7EDFBF-3AD1-4F6D-8AA8-F97B12AFCE9C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8218EDB-C2E3-4639-9FD3-E7480115C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4985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F7EDFBF-3AD1-4F6D-8AA8-F97B12AFCE9C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8218EDB-C2E3-4639-9FD3-E7480115C95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543971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F7EDFBF-3AD1-4F6D-8AA8-F97B12AFCE9C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8218EDB-C2E3-4639-9FD3-E7480115C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7084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EDFBF-3AD1-4F6D-8AA8-F97B12AFCE9C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18EDB-C2E3-4639-9FD3-E7480115C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927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EDFBF-3AD1-4F6D-8AA8-F97B12AFCE9C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18EDB-C2E3-4639-9FD3-E7480115C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0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EDFBF-3AD1-4F6D-8AA8-F97B12AFCE9C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18EDB-C2E3-4639-9FD3-E7480115C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6702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F7EDFBF-3AD1-4F6D-8AA8-F97B12AFCE9C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8218EDB-C2E3-4639-9FD3-E7480115C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453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7EDFBF-3AD1-4F6D-8AA8-F97B12AFCE9C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218EDB-C2E3-4639-9FD3-E7480115C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7785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8" r:id="rId1"/>
    <p:sldLayoutId id="2147483839" r:id="rId2"/>
    <p:sldLayoutId id="2147483840" r:id="rId3"/>
    <p:sldLayoutId id="2147483841" r:id="rId4"/>
    <p:sldLayoutId id="2147483842" r:id="rId5"/>
    <p:sldLayoutId id="2147483843" r:id="rId6"/>
    <p:sldLayoutId id="2147483844" r:id="rId7"/>
    <p:sldLayoutId id="2147483845" r:id="rId8"/>
    <p:sldLayoutId id="2147483846" r:id="rId9"/>
    <p:sldLayoutId id="2147483847" r:id="rId10"/>
    <p:sldLayoutId id="2147483848" r:id="rId11"/>
    <p:sldLayoutId id="2147483849" r:id="rId12"/>
    <p:sldLayoutId id="2147483850" r:id="rId13"/>
    <p:sldLayoutId id="2147483851" r:id="rId14"/>
    <p:sldLayoutId id="2147483852" r:id="rId15"/>
    <p:sldLayoutId id="2147483853" r:id="rId16"/>
    <p:sldLayoutId id="2147483854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ebp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jp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5872" y="992700"/>
            <a:ext cx="5635658" cy="1825096"/>
          </a:xfrm>
        </p:spPr>
        <p:txBody>
          <a:bodyPr/>
          <a:lstStyle/>
          <a:p>
            <a:r>
              <a:rPr lang="en-US" dirty="0" smtClean="0"/>
              <a:t>monitor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53665" y="4065834"/>
            <a:ext cx="6022158" cy="6858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BY </a:t>
            </a:r>
          </a:p>
          <a:p>
            <a:r>
              <a:rPr lang="en-US" dirty="0" smtClean="0"/>
              <a:t>DIVYA,SABINA,SHITAL&amp;SAMJHANA</a:t>
            </a:r>
            <a:endParaRPr lang="en-US" dirty="0"/>
          </a:p>
        </p:txBody>
      </p:sp>
      <p:pic>
        <p:nvPicPr>
          <p:cNvPr id="4" name="Picture 3" descr="Snapklik.com : Acer 24&quot; FHD &lt;strong&gt;Monitor&lt;/strong&gt;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8771" y="0"/>
            <a:ext cx="3657600" cy="2985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288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5970" y="922042"/>
            <a:ext cx="9144000" cy="2083324"/>
          </a:xfrm>
        </p:spPr>
        <p:txBody>
          <a:bodyPr/>
          <a:lstStyle/>
          <a:p>
            <a:r>
              <a:rPr lang="en-US" dirty="0" smtClean="0"/>
              <a:t>Introduction    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894029"/>
            <a:ext cx="9144000" cy="3346515"/>
          </a:xfrm>
        </p:spPr>
        <p:txBody>
          <a:bodyPr>
            <a:normAutofit/>
          </a:bodyPr>
          <a:lstStyle/>
          <a:p>
            <a:r>
              <a:rPr lang="en-US" dirty="0" smtClean="0"/>
              <a:t>Monitor :It is an output device that displays text, videos and images on a computer. So, it is also called a Visual Display Unit (VDU) .It allows users to see the processed information from the CPU. Video adapters are responsible for delivering images of monitor .</a:t>
            </a:r>
          </a:p>
          <a:p>
            <a:r>
              <a:rPr lang="en-US" dirty="0" smtClean="0"/>
              <a:t>The </a:t>
            </a:r>
            <a:r>
              <a:rPr lang="en-US" dirty="0"/>
              <a:t>global computer monitor market was valued at $39.3 billion in 2021 and is projected to reach $76 billion by 2031, growing at a CAGR of 6.9% (2022–2031).</a:t>
            </a:r>
            <a:endParaRPr lang="en-US" b="0" dirty="0" smtClean="0">
              <a:effectLst/>
            </a:endParaRPr>
          </a:p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7095" y="-19640"/>
            <a:ext cx="3262460" cy="3262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833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74276"/>
            <a:ext cx="10515600" cy="11641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Monitors are essential for work, gaming, entertainment and productivity.</a:t>
            </a:r>
            <a:r>
              <a:rPr lang="en-US" b="0" dirty="0" smtClean="0">
                <a:effectLst/>
              </a:rPr>
              <a:t/>
            </a:r>
            <a:br>
              <a:rPr lang="en-US" b="0" dirty="0" smtClean="0">
                <a:effectLst/>
              </a:rPr>
            </a:br>
            <a:r>
              <a:rPr lang="en-US" b="0" dirty="0" smtClean="0">
                <a:effectLst/>
              </a:rPr>
              <a:t/>
            </a:r>
            <a:br>
              <a:rPr lang="en-US" b="0" dirty="0" smtClean="0">
                <a:effectLst/>
              </a:rPr>
            </a:br>
            <a:endParaRPr lang="en-US" dirty="0"/>
          </a:p>
        </p:txBody>
      </p:sp>
      <p:pic>
        <p:nvPicPr>
          <p:cNvPr id="5" name="Content Placeholder 4" descr="How &lt;strong&gt;gaming&lt;/strong&gt; studios can stay competitive with AI |Back End News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205831"/>
            <a:ext cx="5334000" cy="4000500"/>
          </a:xfrm>
        </p:spPr>
      </p:pic>
      <p:pic>
        <p:nvPicPr>
          <p:cNvPr id="6" name="Content Placeholder 5" descr="Gérer les freelances en Barbade | Gestion des freelances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058194"/>
            <a:ext cx="5181600" cy="3670300"/>
          </a:xfrm>
        </p:spPr>
      </p:pic>
    </p:spTree>
    <p:extLst>
      <p:ext uri="{BB962C8B-B14F-4D97-AF65-F5344CB8AC3E}">
        <p14:creationId xmlns:p14="http://schemas.microsoft.com/office/powerpoint/2010/main" val="3863115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336884" y="1"/>
            <a:ext cx="4177364" cy="548639"/>
          </a:xfrm>
        </p:spPr>
        <p:txBody>
          <a:bodyPr>
            <a:noAutofit/>
          </a:bodyPr>
          <a:lstStyle/>
          <a:p>
            <a:r>
              <a:rPr lang="en-US" sz="2800" dirty="0" smtClean="0"/>
              <a:t>Types of monitors.</a:t>
            </a:r>
            <a:endParaRPr lang="en-US" sz="28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5806020"/>
              </p:ext>
            </p:extLst>
          </p:nvPr>
        </p:nvGraphicFramePr>
        <p:xfrm>
          <a:off x="1" y="548641"/>
          <a:ext cx="12306299" cy="6428839"/>
        </p:xfrm>
        <a:graphic>
          <a:graphicData uri="http://schemas.openxmlformats.org/drawingml/2006/table">
            <a:tbl>
              <a:tblPr firstRow="1" bandRow="1">
                <a:tableStyleId>{D113A9D2-9D6B-4929-AA2D-F23B5EE8CBE7}</a:tableStyleId>
              </a:tblPr>
              <a:tblGrid>
                <a:gridCol w="2375940">
                  <a:extLst>
                    <a:ext uri="{9D8B030D-6E8A-4147-A177-3AD203B41FA5}">
                      <a16:colId xmlns:a16="http://schemas.microsoft.com/office/drawing/2014/main" val="2356122986"/>
                    </a:ext>
                  </a:extLst>
                </a:gridCol>
                <a:gridCol w="3131226">
                  <a:extLst>
                    <a:ext uri="{9D8B030D-6E8A-4147-A177-3AD203B41FA5}">
                      <a16:colId xmlns:a16="http://schemas.microsoft.com/office/drawing/2014/main" val="1292609163"/>
                    </a:ext>
                  </a:extLst>
                </a:gridCol>
                <a:gridCol w="2062033">
                  <a:extLst>
                    <a:ext uri="{9D8B030D-6E8A-4147-A177-3AD203B41FA5}">
                      <a16:colId xmlns:a16="http://schemas.microsoft.com/office/drawing/2014/main" val="2695407603"/>
                    </a:ext>
                  </a:extLst>
                </a:gridCol>
                <a:gridCol w="2414172">
                  <a:extLst>
                    <a:ext uri="{9D8B030D-6E8A-4147-A177-3AD203B41FA5}">
                      <a16:colId xmlns:a16="http://schemas.microsoft.com/office/drawing/2014/main" val="3107768937"/>
                    </a:ext>
                  </a:extLst>
                </a:gridCol>
                <a:gridCol w="2322928">
                  <a:extLst>
                    <a:ext uri="{9D8B030D-6E8A-4147-A177-3AD203B41FA5}">
                      <a16:colId xmlns:a16="http://schemas.microsoft.com/office/drawing/2014/main" val="1630219003"/>
                    </a:ext>
                  </a:extLst>
                </a:gridCol>
              </a:tblGrid>
              <a:tr h="297755">
                <a:tc>
                  <a:txBody>
                    <a:bodyPr/>
                    <a:lstStyle/>
                    <a:p>
                      <a:r>
                        <a:rPr lang="en-US" dirty="0" smtClean="0"/>
                        <a:t>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Description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Best</a:t>
                      </a:r>
                      <a:r>
                        <a:rPr lang="en-US" baseline="0" dirty="0" smtClean="0"/>
                        <a:t> for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Cons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5652290"/>
                  </a:ext>
                </a:extLst>
              </a:tr>
              <a:tr h="29775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757636"/>
                  </a:ext>
                </a:extLst>
              </a:tr>
              <a:tr h="967705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CRT (Cathode Ray Tube)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Old-school, uses electron beams to light phosphors.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Retro setups or specific industrial uses.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High refresh rates, no input lag.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Bulky, heavy, power-hungry.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5747722"/>
                  </a:ext>
                </a:extLst>
              </a:tr>
              <a:tr h="967705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LCD (Liquid Crystal Display)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0" i="0" dirty="0" smtClean="0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 A flat-panel display that uses liquid crystal technology to produce images</a:t>
                      </a:r>
                      <a:endParaRPr lang="en-US" dirty="0">
                        <a:solidFill>
                          <a:schemeClr val="tx1">
                            <a:lumMod val="95000"/>
                          </a:schemeClr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General office work.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Affordable, energy-efficient.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Limited contrast, viewing angles.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3878290"/>
                  </a:ext>
                </a:extLst>
              </a:tr>
              <a:tr h="744389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LED (Light-Emitting Diode)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LCD with LED backlighting for brighter, thinner displays.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Everyday use, TVs.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Slim, vibrant colors, low power.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Can have backlight bleed.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3396015"/>
                  </a:ext>
                </a:extLst>
              </a:tr>
              <a:tr h="750456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OLED (Organic Light-Emitting Diode)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0" i="0" dirty="0" smtClean="0">
                          <a:solidFill>
                            <a:srgbClr val="040C28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b="0" i="0" dirty="0" smtClean="0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A display technology that uses organic light-emitting diodes to create images</a:t>
                      </a:r>
                      <a:endParaRPr lang="en-US" dirty="0">
                        <a:solidFill>
                          <a:schemeClr val="tx1">
                            <a:lumMod val="95000"/>
                          </a:schemeClr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Gaming, premium TVs.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Perfect blacks, infinite contrast, flexible.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Expensive, burn-in risk.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1467211"/>
                  </a:ext>
                </a:extLst>
              </a:tr>
              <a:tr h="744389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Curved Monitors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Bent screens for immersive viewing.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Gaming, video editing.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Wider field of view, reduced distortion.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Higher cost, not ideal for all tasks.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3677372"/>
                  </a:ext>
                </a:extLst>
              </a:tr>
              <a:tr h="967705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Touchscreen Monitors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Interactive displays with touch input.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effectLst/>
                        </a:rPr>
                        <a:t>Tablets, kiosks, creative work.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Intuitive interaction.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Higher price, </a:t>
                      </a:r>
                      <a:r>
                        <a:rPr lang="en-US" dirty="0" err="1" smtClean="0">
                          <a:effectLst/>
                        </a:rPr>
                        <a:t>potential,fingerprints</a:t>
                      </a:r>
                      <a:r>
                        <a:rPr lang="en-US" dirty="0">
                          <a:effectLst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82296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3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&lt;strong&gt;Cathode&lt;/strong&gt;-&lt;strong&gt;ray&lt;/strong&gt; &lt;strong&gt;tube&lt;/strong&gt; - Wikipedia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04" y="199037"/>
            <a:ext cx="4221915" cy="2821577"/>
          </a:xfrm>
          <a:prstGeom prst="rect">
            <a:avLst/>
          </a:prstGeom>
        </p:spPr>
      </p:pic>
      <p:pic>
        <p:nvPicPr>
          <p:cNvPr id="3" name="Picture 2" descr="&lt;strong&gt;Monitor&lt;/strong&gt; PNG image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0738" y="2895485"/>
            <a:ext cx="5026091" cy="3426594"/>
          </a:xfrm>
          <a:prstGeom prst="rect">
            <a:avLst/>
          </a:prstGeom>
        </p:spPr>
      </p:pic>
      <p:pic>
        <p:nvPicPr>
          <p:cNvPr id="4" name="Picture 3" descr="VFZ Curved &lt;strong&gt;LED Monitor&lt;/strong&gt; Light Bar | Gadgetsin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2374" y="73908"/>
            <a:ext cx="3580599" cy="2393215"/>
          </a:xfrm>
          <a:prstGeom prst="rect">
            <a:avLst/>
          </a:prstGeom>
        </p:spPr>
      </p:pic>
      <p:pic>
        <p:nvPicPr>
          <p:cNvPr id="5" name="Picture 4" descr="Plutôt écran plat ou incurvé ? Avec le LG 45GX990A, les deux mon ...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994" y="73908"/>
            <a:ext cx="3730592" cy="2526632"/>
          </a:xfrm>
          <a:prstGeom prst="rect">
            <a:avLst/>
          </a:prstGeom>
        </p:spPr>
      </p:pic>
      <p:pic>
        <p:nvPicPr>
          <p:cNvPr id="6" name="Picture 5" descr="Nuovo &lt;strong&gt;monitor&lt;/strong&gt; curvo Philips LCD 32” linea Elegance - TechDifferent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6476" y="2590800"/>
            <a:ext cx="3256868" cy="3550118"/>
          </a:xfrm>
          <a:prstGeom prst="rect">
            <a:avLst/>
          </a:prstGeom>
        </p:spPr>
      </p:pic>
      <p:pic>
        <p:nvPicPr>
          <p:cNvPr id="7" name="Picture 6" descr="Dell Announces New S2240T &lt;strong&gt;Touchscreen Monitor&lt;/strong&gt; ~ The Techie Lifestyle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9085" y="2600540"/>
            <a:ext cx="4391126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579117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73471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Components of a modern monitor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2013" y="2007909"/>
            <a:ext cx="10205987" cy="3949831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smtClean="0"/>
              <a:t>Power </a:t>
            </a:r>
            <a:r>
              <a:rPr lang="en-US" b="1" dirty="0"/>
              <a:t>Supply:</a:t>
            </a:r>
            <a:r>
              <a:rPr lang="en-US" dirty="0"/>
              <a:t> A unit that converts the AC power from the wall outlet into the DC power needed by the monitor's components.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Casing/Housing:</a:t>
            </a:r>
            <a:r>
              <a:rPr lang="en-US" dirty="0"/>
              <a:t> The physical shell or housing that encloses all the internal components and provides a stand or mount.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User Controls:</a:t>
            </a:r>
            <a:r>
              <a:rPr lang="en-US" dirty="0"/>
              <a:t> Buttons or a joystick on the monitor for adjusting settings like brightness, contrast, and input.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Connectors:</a:t>
            </a:r>
            <a:r>
              <a:rPr lang="en-US" dirty="0"/>
              <a:t> Ports for the video signal (like HDMI, DisplayPort, or USB-C) and power. Some monitors also include ports for USB hubs or audio output for built-in speakers.</a:t>
            </a: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91357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952900"/>
          </a:xfrm>
        </p:spPr>
        <p:txBody>
          <a:bodyPr>
            <a:normAutofit/>
          </a:bodyPr>
          <a:lstStyle/>
          <a:p>
            <a:r>
              <a:rPr lang="en-US" sz="4000" dirty="0" smtClean="0"/>
              <a:t>Importance in the field of IT.</a:t>
            </a: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5760" y="952902"/>
            <a:ext cx="10395284" cy="5765532"/>
          </a:xfrm>
        </p:spPr>
        <p:txBody>
          <a:bodyPr>
            <a:no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US" sz="2000" dirty="0"/>
              <a:t>Human-Computer </a:t>
            </a:r>
            <a:r>
              <a:rPr lang="en-US" sz="2000" dirty="0" smtClean="0"/>
              <a:t>Interaction</a:t>
            </a:r>
            <a:r>
              <a:rPr lang="en-US" dirty="0" smtClean="0"/>
              <a:t>.                                                                                            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000" dirty="0" smtClean="0"/>
              <a:t> </a:t>
            </a:r>
            <a:r>
              <a:rPr lang="en-US" sz="2000" dirty="0"/>
              <a:t>Productivity and </a:t>
            </a:r>
            <a:r>
              <a:rPr lang="en-US" sz="2000" dirty="0" smtClean="0"/>
              <a:t>Multitasking</a:t>
            </a:r>
            <a:r>
              <a:rPr lang="en-US" dirty="0" smtClean="0"/>
              <a:t>.</a:t>
            </a:r>
            <a:endParaRPr lang="en-US" dirty="0"/>
          </a:p>
          <a:p>
            <a:pPr marL="457200" indent="-457200" algn="l">
              <a:buFont typeface="+mj-lt"/>
              <a:buAutoNum type="arabicPeriod"/>
            </a:pPr>
            <a:r>
              <a:rPr lang="en-US" sz="2000" dirty="0" smtClean="0"/>
              <a:t>Graphic </a:t>
            </a:r>
            <a:r>
              <a:rPr lang="en-US" sz="2000" dirty="0"/>
              <a:t>Design/Video </a:t>
            </a:r>
            <a:r>
              <a:rPr lang="en-US" sz="2000" dirty="0" smtClean="0"/>
              <a:t>Editing</a:t>
            </a:r>
            <a:r>
              <a:rPr lang="en-US" dirty="0" smtClean="0"/>
              <a:t>. 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000" dirty="0" smtClean="0"/>
              <a:t>Programming/System Administration</a:t>
            </a:r>
            <a:r>
              <a:rPr lang="en-US" dirty="0" smtClean="0"/>
              <a:t>.</a:t>
            </a:r>
            <a:r>
              <a:rPr lang="en-US" sz="2000" dirty="0" smtClean="0"/>
              <a:t> 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000" dirty="0" smtClean="0"/>
              <a:t>Gaming/Simulation</a:t>
            </a:r>
            <a:r>
              <a:rPr lang="en-US" dirty="0" smtClean="0"/>
              <a:t>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000" dirty="0" smtClean="0"/>
              <a:t>Ergonomics </a:t>
            </a:r>
            <a:r>
              <a:rPr lang="en-US" sz="2000" dirty="0"/>
              <a:t>and Eye </a:t>
            </a:r>
            <a:r>
              <a:rPr lang="en-US" sz="2000" dirty="0" smtClean="0"/>
              <a:t>Health</a:t>
            </a:r>
            <a:r>
              <a:rPr lang="en-US" dirty="0"/>
              <a:t>.</a:t>
            </a:r>
            <a:endParaRPr lang="en-US" sz="2000" dirty="0"/>
          </a:p>
          <a:p>
            <a:pPr algn="l"/>
            <a:endParaRPr lang="en-US" sz="2000" dirty="0" smtClean="0"/>
          </a:p>
          <a:p>
            <a:pPr algn="l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64218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26243"/>
            <a:ext cx="9448800" cy="662046"/>
          </a:xfrm>
        </p:spPr>
        <p:txBody>
          <a:bodyPr>
            <a:normAutofit fontScale="90000"/>
          </a:bodyPr>
          <a:lstStyle/>
          <a:p>
            <a:r>
              <a:rPr lang="en-US" altLang="en-US" b="1" cap="none" dirty="0">
                <a:solidFill>
                  <a:schemeClr val="accent3">
                    <a:lumMod val="40000"/>
                    <a:lumOff val="60000"/>
                  </a:schemeClr>
                </a:solidFill>
                <a:latin typeface="google sans"/>
              </a:rPr>
              <a:t>The Price of a Monitor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480008"/>
            <a:ext cx="9448800" cy="5062193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2873542"/>
              </p:ext>
            </p:extLst>
          </p:nvPr>
        </p:nvGraphicFramePr>
        <p:xfrm>
          <a:off x="3213100" y="4023201"/>
          <a:ext cx="5765800" cy="36576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605341087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3458208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/>
                      <a:endParaRPr lang="en-US">
                        <a:effectLst/>
                      </a:endParaRPr>
                    </a:p>
                  </a:txBody>
                  <a:tcPr marL="101600" marR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3601031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242463" y="974427"/>
            <a:ext cx="10294374" cy="64633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Entry-Level Monitors (Basic 1080p, 24-27 inch, for everyday use)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These are affordable options for office or casual viewing. Prices in Nepal typically range from NPR 8,000 to 20,000 (about $60-150 USD). Examples:</a:t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• Dell S2421H (24-inch, 1080p): ~NPR 12,000-15,000.</a:t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• Samsung S24R650 (24-inch, 1080p): ~NPR 10,000-13,000.</a:t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Middle-Level Monitors (1440p or 144Hz, 27-32 inch, for gaming/productivity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Better for multitasking or light gaming, with prices from NPR 20,000 to 50,000 (about $150-380 USD). Examples:</a:t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• AOC CU32V2 (32-inch, 1440p, 75Hz): ~NPR 25,000-30,000.</a:t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• MSI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Optix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G241 (24-inch, 1080p, 144Hz): ~NPR 18,000-22,000.</a:t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High-Level Monitors (4K or 144Hz+, 32+ inch, for professionals/gamers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Premium features like high refresh rates and resolutions, costing NPR 50,000+ (about $380+ USD). Examples:</a:t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• Samsung UR59C (32-inch, 4K, 60Hz): ~NPR 50,000-60,000.</a:t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• LG 32UN880-B (32-inch, 4K, 60Hz): ~NPR 55,000-70,000.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Google Sans"/>
              </a:rPr>
              <a:t> </a:t>
            </a:r>
            <a:r>
              <a:rPr kumimoji="0" lang="en-US" altLang="en-US" sz="4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Google Sans"/>
              </a:rPr>
              <a:t> 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Google Sans"/>
              </a:rPr>
              <a:t>                                 </a:t>
            </a:r>
          </a:p>
        </p:txBody>
      </p:sp>
    </p:spTree>
    <p:extLst>
      <p:ext uri="{BB962C8B-B14F-4D97-AF65-F5344CB8AC3E}">
        <p14:creationId xmlns:p14="http://schemas.microsoft.com/office/powerpoint/2010/main" val="1542219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8537"/>
            <a:ext cx="9448800" cy="1027521"/>
          </a:xfrm>
        </p:spPr>
        <p:txBody>
          <a:bodyPr/>
          <a:lstStyle/>
          <a:p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anose="020B0604020202020204" pitchFamily="34" charset="0"/>
              </a:rPr>
              <a:t>Conclusion:</a:t>
            </a:r>
            <a:endParaRPr lang="en-US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1941921"/>
            <a:ext cx="9906000" cy="2413787"/>
          </a:xfrm>
        </p:spPr>
        <p:txBody>
          <a:bodyPr>
            <a:normAutofit/>
          </a:bodyPr>
          <a:lstStyle/>
          <a:p>
            <a:r>
              <a:rPr lang="en-US" sz="2400" dirty="0" smtClean="0">
                <a:solidFill>
                  <a:schemeClr val="accent4">
                    <a:lumMod val="20000"/>
                    <a:lumOff val="80000"/>
                  </a:schemeClr>
                </a:solidFill>
                <a:latin typeface="Arial" panose="020B0604020202020204" pitchFamily="34" charset="0"/>
              </a:rPr>
              <a:t>In </a:t>
            </a:r>
            <a:r>
              <a:rPr lang="en-US" sz="24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anose="020B0604020202020204" pitchFamily="34" charset="0"/>
              </a:rPr>
              <a:t>conclusion, the monitor plays a crucial role as the primary visual interface between the user and the </a:t>
            </a:r>
            <a:r>
              <a:rPr lang="en-US" sz="2400" dirty="0" smtClean="0">
                <a:solidFill>
                  <a:schemeClr val="accent4">
                    <a:lumMod val="20000"/>
                    <a:lumOff val="80000"/>
                  </a:schemeClr>
                </a:solidFill>
                <a:latin typeface="Arial" panose="020B0604020202020204" pitchFamily="34" charset="0"/>
              </a:rPr>
              <a:t>computer. Its </a:t>
            </a:r>
            <a:r>
              <a:rPr lang="en-US" sz="24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anose="020B0604020202020204" pitchFamily="34" charset="0"/>
              </a:rPr>
              <a:t>evolution from CRT to advanced LED and LCD displays reflects major technological progress. Modern monitors offer high resolution, better color accuracy &amp; energy efficiency making them indispensable in today's digital world.</a:t>
            </a:r>
            <a:endParaRPr lang="en-US" sz="24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3364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FE1EB5C7-81A8-4CBA-AE6E-B3BF73DC389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157</TotalTime>
  <Words>417</Words>
  <Application>Microsoft Office PowerPoint</Application>
  <PresentationFormat>Widescreen</PresentationFormat>
  <Paragraphs>62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Century Gothic</vt:lpstr>
      <vt:lpstr>Google Sans</vt:lpstr>
      <vt:lpstr>Google Sans</vt:lpstr>
      <vt:lpstr>Vapor Trail</vt:lpstr>
      <vt:lpstr>monitor</vt:lpstr>
      <vt:lpstr>Introduction     </vt:lpstr>
      <vt:lpstr>Monitors are essential for work, gaming, entertainment and productivity.  </vt:lpstr>
      <vt:lpstr>Types of monitors.</vt:lpstr>
      <vt:lpstr>PowerPoint Presentation</vt:lpstr>
      <vt:lpstr>Components of a modern monitor</vt:lpstr>
      <vt:lpstr>Importance in the field of IT.</vt:lpstr>
      <vt:lpstr>The Price of a Monitor</vt:lpstr>
      <vt:lpstr>Conclusion: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LENOVO</dc:creator>
  <cp:lastModifiedBy>LENOVO</cp:lastModifiedBy>
  <cp:revision>21</cp:revision>
  <dcterms:created xsi:type="dcterms:W3CDTF">2025-11-08T05:49:41Z</dcterms:created>
  <dcterms:modified xsi:type="dcterms:W3CDTF">2025-11-16T11:40:05Z</dcterms:modified>
</cp:coreProperties>
</file>